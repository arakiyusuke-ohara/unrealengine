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2025/5/23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5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Character</a:t>
            </a:r>
            <a:r>
              <a:rPr kumimoji="1" lang="ja-JP" altLang="en-US" sz="2400" dirty="0"/>
              <a:t>クラスから操作可能なプレイヤーを作成します。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A1D9CD9-25D5-433D-8F26-70E293BE9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129730" cy="465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269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新規プロジェクトを作成して、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クラスを作成します。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親クラスは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Character</a:t>
            </a:r>
            <a:r>
              <a:rPr kumimoji="1" lang="ja-JP" altLang="en-US" sz="2400" dirty="0"/>
              <a:t>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FB5A93A-0E06-4F06-AA33-381A627CA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297991" cy="411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2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ヘッダーから書いていきます。（その１）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93FC0D5-0C67-49FC-A588-4486AA2EF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080188" cy="395647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1611F19-FF22-47C0-8B6A-423BD1DFE89D}"/>
              </a:ext>
            </a:extLst>
          </p:cNvPr>
          <p:cNvSpPr/>
          <p:nvPr/>
        </p:nvSpPr>
        <p:spPr>
          <a:xfrm>
            <a:off x="1718733" y="3496733"/>
            <a:ext cx="4529667" cy="855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E64BE4B-97B9-4CE2-A3FA-6E803F4FB06E}"/>
              </a:ext>
            </a:extLst>
          </p:cNvPr>
          <p:cNvSpPr/>
          <p:nvPr/>
        </p:nvSpPr>
        <p:spPr>
          <a:xfrm>
            <a:off x="2650068" y="4859866"/>
            <a:ext cx="2006600" cy="364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452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ヘッダーから書いていきます。（その２）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F4C2AAB-C49F-4A10-B25A-A05A916E0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678222" cy="5106113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6FE8799-4D40-4849-B418-817DC40609BA}"/>
              </a:ext>
            </a:extLst>
          </p:cNvPr>
          <p:cNvSpPr/>
          <p:nvPr/>
        </p:nvSpPr>
        <p:spPr>
          <a:xfrm>
            <a:off x="1475582" y="2362200"/>
            <a:ext cx="5509418" cy="4003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96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7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D4B89A-41E0-43BB-A71D-254349C1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9167"/>
            <a:ext cx="11116458" cy="414576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D47F92D-699B-4DF0-8296-1ACB719F55CF}"/>
              </a:ext>
            </a:extLst>
          </p:cNvPr>
          <p:cNvSpPr/>
          <p:nvPr/>
        </p:nvSpPr>
        <p:spPr>
          <a:xfrm>
            <a:off x="1475582" y="2650067"/>
            <a:ext cx="10208418" cy="29915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481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7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E0B633-483F-43FA-A71A-C30B45C08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11014858" cy="314585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01E19CA-FBDA-4B9C-A19D-47998E88D0A8}"/>
              </a:ext>
            </a:extLst>
          </p:cNvPr>
          <p:cNvSpPr/>
          <p:nvPr/>
        </p:nvSpPr>
        <p:spPr>
          <a:xfrm>
            <a:off x="1693332" y="2700867"/>
            <a:ext cx="9770535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240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7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702E45C-078D-48FA-9676-4D7C31FD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10079955" cy="354160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4C476C1-D415-4A54-A594-72BD61344A36}"/>
              </a:ext>
            </a:extLst>
          </p:cNvPr>
          <p:cNvSpPr/>
          <p:nvPr/>
        </p:nvSpPr>
        <p:spPr>
          <a:xfrm>
            <a:off x="2252133" y="2243666"/>
            <a:ext cx="7340600" cy="2590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78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入力データを作ります。</a:t>
            </a:r>
            <a:endParaRPr kumimoji="1" lang="en-US" altLang="ja-JP" sz="2400" dirty="0"/>
          </a:p>
          <a:p>
            <a:r>
              <a:rPr lang="ja-JP" altLang="en-US" sz="2400" dirty="0"/>
              <a:t>今回はゲームパッドのアナログスティックで移動させます。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3DCA8A-05BD-4377-A392-65A98BA08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395554" cy="395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02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90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ジャンプアクションは</a:t>
            </a:r>
            <a:r>
              <a:rPr kumimoji="1" lang="en-US" altLang="ja-JP" sz="2400" dirty="0"/>
              <a:t>Bool</a:t>
            </a:r>
            <a:r>
              <a:rPr kumimoji="1" lang="ja-JP" altLang="en-US" sz="2400" dirty="0"/>
              <a:t>のままで問題ありません。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4F53EC9-921A-462A-82F5-B35C0F374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652000" cy="3761739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C2B5F545-9168-4A22-9BAE-69E972BD5E59}"/>
              </a:ext>
            </a:extLst>
          </p:cNvPr>
          <p:cNvSpPr/>
          <p:nvPr/>
        </p:nvSpPr>
        <p:spPr>
          <a:xfrm rot="13621934">
            <a:off x="7374467" y="4487334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0C016B-DDB9-4EDE-922C-F29F2A666A72}"/>
              </a:ext>
            </a:extLst>
          </p:cNvPr>
          <p:cNvSpPr txBox="1"/>
          <p:nvPr/>
        </p:nvSpPr>
        <p:spPr>
          <a:xfrm>
            <a:off x="567541" y="5719233"/>
            <a:ext cx="9406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※bool</a:t>
            </a:r>
            <a:r>
              <a:rPr kumimoji="1" lang="ja-JP" altLang="en-US" sz="2400" dirty="0"/>
              <a:t>はボタンを押したかどうかだけ判定が必要な時に使います。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99849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移動アクションは</a:t>
            </a:r>
            <a:r>
              <a:rPr lang="en-US" altLang="ja-JP" sz="2400" b="1" dirty="0">
                <a:solidFill>
                  <a:srgbClr val="FF0000"/>
                </a:solidFill>
              </a:rPr>
              <a:t>Axis2D</a:t>
            </a:r>
            <a:r>
              <a:rPr lang="ja-JP" altLang="en-US" sz="2400" dirty="0"/>
              <a:t>を選択します。</a:t>
            </a:r>
            <a:endParaRPr lang="en-US" altLang="ja-JP" sz="2400" dirty="0"/>
          </a:p>
          <a:p>
            <a:r>
              <a:rPr kumimoji="1" lang="ja-JP" altLang="en-US" sz="2400" dirty="0"/>
              <a:t>これで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アナログスティックの倒し具合が２次元ベクトルで取得</a:t>
            </a:r>
            <a:r>
              <a:rPr kumimoji="1" lang="ja-JP" altLang="en-US" sz="2400" dirty="0"/>
              <a:t>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A9431A2-390E-44B5-A2A3-58AC91B5B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999336" cy="3172274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D9775560-1E18-482B-9944-CE9A082452ED}"/>
              </a:ext>
            </a:extLst>
          </p:cNvPr>
          <p:cNvSpPr/>
          <p:nvPr/>
        </p:nvSpPr>
        <p:spPr>
          <a:xfrm rot="13621934">
            <a:off x="9169401" y="4453468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47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入力マップは以下のように設定します。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F6E83BC-C809-406C-92F6-95FFCF39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7281729" cy="429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33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アナログスティックには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デッドゾーン（反応しないゾーン）</a:t>
            </a:r>
            <a:r>
              <a:rPr kumimoji="1" lang="ja-JP" altLang="en-US" sz="2400" dirty="0"/>
              <a:t>を設定します。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ちょっとしたスティックの動きではキャラクターが動かないように</a:t>
            </a:r>
            <a:r>
              <a:rPr kumimoji="1" lang="ja-JP" altLang="en-US" sz="2400" dirty="0"/>
              <a:t>しています。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F6E83BC-C809-406C-92F6-95FFCF39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7281729" cy="4298341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019D5E8-E39D-46BD-9E24-0027DBAD1905}"/>
              </a:ext>
            </a:extLst>
          </p:cNvPr>
          <p:cNvSpPr/>
          <p:nvPr/>
        </p:nvSpPr>
        <p:spPr>
          <a:xfrm>
            <a:off x="931333" y="3589868"/>
            <a:ext cx="6917937" cy="965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1D8E28-E36B-4ADA-A40C-412C4D0BC433}"/>
              </a:ext>
            </a:extLst>
          </p:cNvPr>
          <p:cNvSpPr txBox="1"/>
          <p:nvPr/>
        </p:nvSpPr>
        <p:spPr>
          <a:xfrm>
            <a:off x="7921931" y="3654720"/>
            <a:ext cx="4108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dirty="0"/>
              <a:t>Modifiers</a:t>
            </a:r>
            <a:r>
              <a:rPr lang="ja-JP" altLang="en-US" dirty="0"/>
              <a:t>では</a:t>
            </a:r>
            <a:endParaRPr lang="en-US" altLang="ja-JP" dirty="0"/>
          </a:p>
          <a:p>
            <a:r>
              <a:rPr lang="ja-JP" altLang="en-US" dirty="0"/>
              <a:t>入力に関する細かい設定ができます。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79248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3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から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に派生させます。</a:t>
            </a:r>
            <a:endParaRPr kumimoji="1" lang="en-US" altLang="ja-JP" sz="2400" dirty="0"/>
          </a:p>
          <a:p>
            <a:r>
              <a:rPr lang="en-US" altLang="ja-JP" sz="2400" dirty="0"/>
              <a:t>BP</a:t>
            </a:r>
            <a:r>
              <a:rPr lang="ja-JP" altLang="en-US" sz="2400" dirty="0"/>
              <a:t>でキューブやカメラを設定しましょう。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B3EDE87-2FA1-4623-9ABE-CA4B128A2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5704580" cy="379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71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入力データと移動速度を設定します。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41C6D88-029B-4F29-878E-D51808F65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568562" cy="316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2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56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Movement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Orient Rotation to Movement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ON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  <a:p>
            <a:r>
              <a:rPr lang="ja-JP" altLang="en-US" sz="2400" dirty="0"/>
              <a:t>これで進行方向の向きに</a:t>
            </a:r>
            <a:r>
              <a:rPr lang="en-US" altLang="ja-JP" sz="2400" dirty="0"/>
              <a:t>Actor</a:t>
            </a:r>
            <a:r>
              <a:rPr lang="ja-JP" altLang="en-US" sz="2400" dirty="0"/>
              <a:t>が自動で回転します。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92DDAD-4763-4013-88CA-9420AB1F4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95852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E492B386-ABCB-45DB-A52D-D626BE29B663}"/>
              </a:ext>
            </a:extLst>
          </p:cNvPr>
          <p:cNvSpPr/>
          <p:nvPr/>
        </p:nvSpPr>
        <p:spPr>
          <a:xfrm rot="13621934">
            <a:off x="2428685" y="5672668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F11EC5-9856-4A73-949B-B8728B34C3F5}"/>
              </a:ext>
            </a:extLst>
          </p:cNvPr>
          <p:cNvSpPr txBox="1"/>
          <p:nvPr/>
        </p:nvSpPr>
        <p:spPr>
          <a:xfrm>
            <a:off x="1295675" y="2393295"/>
            <a:ext cx="498085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Rot</a:t>
            </a:r>
            <a:r>
              <a:rPr kumimoji="1" lang="ja-JP" altLang="en-US" sz="2400" dirty="0"/>
              <a:t>で検索すると見つけやすいです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53977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62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Rotation Rate</a:t>
            </a:r>
            <a:r>
              <a:rPr kumimoji="1" lang="ja-JP" altLang="en-US" sz="2400" dirty="0"/>
              <a:t>で自動回転の速度を調整できます。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にすれば固定</a:t>
            </a:r>
            <a:r>
              <a:rPr lang="ja-JP" altLang="en-US" sz="2400" dirty="0"/>
              <a:t>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92DDAD-4763-4013-88CA-9420AB1F4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95852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E492B386-ABCB-45DB-A52D-D626BE29B663}"/>
              </a:ext>
            </a:extLst>
          </p:cNvPr>
          <p:cNvSpPr/>
          <p:nvPr/>
        </p:nvSpPr>
        <p:spPr>
          <a:xfrm rot="13621934">
            <a:off x="4706218" y="5093251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B938DB0-C8DD-429C-88D2-46BAFEF0C38B}"/>
              </a:ext>
            </a:extLst>
          </p:cNvPr>
          <p:cNvSpPr txBox="1"/>
          <p:nvPr/>
        </p:nvSpPr>
        <p:spPr>
          <a:xfrm>
            <a:off x="5563394" y="5641571"/>
            <a:ext cx="61606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は普段と軸が違うので気を付けましょう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75658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359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Use Controller Rotation Yaw 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OFF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  <a:p>
            <a:r>
              <a:rPr lang="en-US" altLang="ja-JP" sz="2400" dirty="0"/>
              <a:t>ON</a:t>
            </a:r>
            <a:r>
              <a:rPr lang="ja-JP" altLang="en-US" sz="2400" dirty="0"/>
              <a:t>だとコントローラーの入力に合わせて自動回転します。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F39A8E4-9FB8-4B71-9249-060412326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197325" cy="3591337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51FDF113-7054-4BC6-BB55-E4CC0E0C482B}"/>
              </a:ext>
            </a:extLst>
          </p:cNvPr>
          <p:cNvSpPr/>
          <p:nvPr/>
        </p:nvSpPr>
        <p:spPr>
          <a:xfrm rot="13621934">
            <a:off x="3338978" y="5296451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09F83E-4493-4A39-84B6-F3B8E7800CF8}"/>
              </a:ext>
            </a:extLst>
          </p:cNvPr>
          <p:cNvSpPr txBox="1"/>
          <p:nvPr/>
        </p:nvSpPr>
        <p:spPr>
          <a:xfrm>
            <a:off x="567542" y="5918163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今回は入力よりも進行方向の向きに回転してほしいため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※UE5.4</a:t>
            </a:r>
            <a:r>
              <a:rPr lang="ja-JP" altLang="en-US" sz="2400" b="1" dirty="0">
                <a:solidFill>
                  <a:srgbClr val="FF0000"/>
                </a:solidFill>
              </a:rPr>
              <a:t>から</a:t>
            </a:r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じゃないと設定できなくなった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02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61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Spring Arm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Use Pawn Control Rotation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ON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Character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や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Pawn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が回転しても追従しない</a:t>
            </a:r>
            <a:r>
              <a:rPr kumimoji="1" lang="ja-JP" altLang="en-US" sz="2400" dirty="0"/>
              <a:t>ようになります。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8F07C7-EFC3-4C08-8E47-64CE27042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7135325" cy="3053741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AEF5DBA0-B193-4B9B-B60F-EADD1894A487}"/>
              </a:ext>
            </a:extLst>
          </p:cNvPr>
          <p:cNvSpPr/>
          <p:nvPr/>
        </p:nvSpPr>
        <p:spPr>
          <a:xfrm rot="13621934">
            <a:off x="3732550" y="3864381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138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257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コリジョンはカプセルに委ねるので、</a:t>
            </a:r>
            <a:endParaRPr lang="en-US" altLang="ja-JP" sz="2400" dirty="0"/>
          </a:p>
          <a:p>
            <a:r>
              <a:rPr kumimoji="1" lang="ja-JP" altLang="en-US" sz="2400" dirty="0"/>
              <a:t>キューブのコリジョンを</a:t>
            </a:r>
            <a:r>
              <a:rPr kumimoji="1" lang="en-US" altLang="ja-JP" sz="2400" dirty="0"/>
              <a:t>OFF</a:t>
            </a:r>
            <a:r>
              <a:rPr kumimoji="1" lang="ja-JP" altLang="en-US" sz="2400" dirty="0"/>
              <a:t>にしましょう。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CABE186-DFA9-409D-8F7F-91B2CDFE9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6539865" cy="4247541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48B65FC6-2E7A-466B-A393-CB6C864841E8}"/>
              </a:ext>
            </a:extLst>
          </p:cNvPr>
          <p:cNvSpPr/>
          <p:nvPr/>
        </p:nvSpPr>
        <p:spPr>
          <a:xfrm rot="13621934">
            <a:off x="4105086" y="4111927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898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749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Auto Possess Player</a:t>
            </a:r>
            <a:r>
              <a:rPr lang="ja-JP" altLang="en-US" sz="2400" dirty="0"/>
              <a:t>を設定すると、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Game Mode</a:t>
            </a:r>
            <a:r>
              <a:rPr lang="ja-JP" altLang="en-US" sz="2400" b="1" dirty="0">
                <a:solidFill>
                  <a:srgbClr val="FF0000"/>
                </a:solidFill>
              </a:rPr>
              <a:t>がなくてもプレイヤーを配置</a:t>
            </a:r>
            <a:r>
              <a:rPr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98EBDE2-834D-43B8-9A50-4DAFC3FA9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40" y="2774188"/>
            <a:ext cx="4553585" cy="332468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E314937F-B258-4685-83E7-ADFF8F7B10BE}"/>
              </a:ext>
            </a:extLst>
          </p:cNvPr>
          <p:cNvSpPr/>
          <p:nvPr/>
        </p:nvSpPr>
        <p:spPr>
          <a:xfrm rot="13621934">
            <a:off x="3817221" y="6067726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8587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52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レベル内に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を配置して実行してみましょう。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4D09881-2D98-40F9-B6A2-BD1F091D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323086" cy="42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21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75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557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アナログスティックの入力を</a:t>
            </a:r>
            <a:r>
              <a:rPr kumimoji="1" lang="en-US" altLang="ja-JP" sz="2400" dirty="0"/>
              <a:t>Vector2D</a:t>
            </a:r>
            <a:r>
              <a:rPr kumimoji="1" lang="ja-JP" altLang="en-US" sz="2400" dirty="0"/>
              <a:t>で取得すると、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横の倒し加減が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kumimoji="1" lang="ja-JP" altLang="en-US" sz="2400" dirty="0"/>
              <a:t>に、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縦の倒し加減が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Y</a:t>
            </a:r>
            <a:r>
              <a:rPr kumimoji="1" lang="ja-JP" altLang="en-US" sz="2400" dirty="0"/>
              <a:t>に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0.0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～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1.0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の範囲</a:t>
            </a:r>
            <a:r>
              <a:rPr kumimoji="1" lang="ja-JP" altLang="en-US" sz="2400" dirty="0"/>
              <a:t>で格納されます。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E9EB474-E5EA-4662-96B5-09407C8A2D61}"/>
              </a:ext>
            </a:extLst>
          </p:cNvPr>
          <p:cNvGrpSpPr/>
          <p:nvPr/>
        </p:nvGrpSpPr>
        <p:grpSpPr>
          <a:xfrm>
            <a:off x="567542" y="3001866"/>
            <a:ext cx="2683933" cy="2726267"/>
            <a:chOff x="1989667" y="3225800"/>
            <a:chExt cx="2683933" cy="2726267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89975D17-F476-4F2C-AD58-1FD777340A27}"/>
                </a:ext>
              </a:extLst>
            </p:cNvPr>
            <p:cNvCxnSpPr/>
            <p:nvPr/>
          </p:nvCxnSpPr>
          <p:spPr>
            <a:xfrm>
              <a:off x="3318933" y="3225800"/>
              <a:ext cx="0" cy="2726267"/>
            </a:xfrm>
            <a:prstGeom prst="line">
              <a:avLst/>
            </a:prstGeom>
            <a:ln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4805BD1-1114-45B7-A9DB-A3214D50CF6A}"/>
                </a:ext>
              </a:extLst>
            </p:cNvPr>
            <p:cNvCxnSpPr/>
            <p:nvPr/>
          </p:nvCxnSpPr>
          <p:spPr>
            <a:xfrm>
              <a:off x="1989667" y="4529667"/>
              <a:ext cx="2683933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7BC1D63C-0EB7-4D22-8D3C-786C6FC3A520}"/>
                </a:ext>
              </a:extLst>
            </p:cNvPr>
            <p:cNvSpPr/>
            <p:nvPr/>
          </p:nvSpPr>
          <p:spPr>
            <a:xfrm>
              <a:off x="2885059" y="4114168"/>
              <a:ext cx="867747" cy="83099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7E71B60F-FA8D-4F30-B195-91084A7B6CBE}"/>
                </a:ext>
              </a:extLst>
            </p:cNvPr>
            <p:cNvSpPr/>
            <p:nvPr/>
          </p:nvSpPr>
          <p:spPr>
            <a:xfrm>
              <a:off x="3058021" y="4244510"/>
              <a:ext cx="531845" cy="55079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F03B57E2-1AC7-48E9-B5F7-67E4EBE9470F}"/>
                </a:ext>
              </a:extLst>
            </p:cNvPr>
            <p:cNvSpPr/>
            <p:nvPr/>
          </p:nvSpPr>
          <p:spPr>
            <a:xfrm>
              <a:off x="3190809" y="4392967"/>
              <a:ext cx="274908" cy="2616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7D0FA7-2ED9-4855-9604-792730CC8D14}"/>
              </a:ext>
            </a:extLst>
          </p:cNvPr>
          <p:cNvSpPr txBox="1"/>
          <p:nvPr/>
        </p:nvSpPr>
        <p:spPr>
          <a:xfrm>
            <a:off x="1592877" y="2543664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1.0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AB32E2E-36AE-4294-A76D-799C3C0A1C27}"/>
              </a:ext>
            </a:extLst>
          </p:cNvPr>
          <p:cNvSpPr txBox="1"/>
          <p:nvPr/>
        </p:nvSpPr>
        <p:spPr>
          <a:xfrm>
            <a:off x="3301167" y="4074899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1806889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75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の座標系は、</a:t>
            </a:r>
            <a:r>
              <a:rPr lang="ja-JP" altLang="en-US" sz="2400" b="1" dirty="0">
                <a:solidFill>
                  <a:srgbClr val="00B050"/>
                </a:solidFill>
              </a:rPr>
              <a:t>横軸が</a:t>
            </a:r>
            <a:r>
              <a:rPr lang="en-US" altLang="ja-JP" sz="2400" b="1" dirty="0">
                <a:solidFill>
                  <a:srgbClr val="00B050"/>
                </a:solidFill>
              </a:rPr>
              <a:t>Y</a:t>
            </a:r>
            <a:r>
              <a:rPr lang="ja-JP" altLang="en-US" sz="2400" dirty="0"/>
              <a:t>、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縦軸が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Z</a:t>
            </a:r>
            <a:r>
              <a:rPr kumimoji="1" lang="ja-JP" altLang="en-US" sz="2400" dirty="0"/>
              <a:t>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奥軸が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あまり使われない座標系ですが、慣れるしかありません。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CE77300-738A-4115-9788-1948A0228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372850" cy="1914792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B1FA8A1-C865-4229-8854-724E46952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241617"/>
            <a:ext cx="2110344" cy="243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75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75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825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Character Movement</a:t>
            </a:r>
            <a:r>
              <a:rPr kumimoji="1" lang="ja-JP" altLang="en-US" sz="2400" dirty="0"/>
              <a:t>では歩行速度やジャンプ力、重力など、</a:t>
            </a:r>
            <a:endParaRPr kumimoji="1" lang="en-US" altLang="ja-JP" sz="2400" dirty="0"/>
          </a:p>
          <a:p>
            <a:r>
              <a:rPr kumimoji="1" lang="ja-JP" altLang="en-US" sz="2400" dirty="0"/>
              <a:t>様々な設定を行うことができます。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6818A5-0F16-447D-8C51-C4B559FFA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2446246" cy="431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16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570</Words>
  <Application>Microsoft Office PowerPoint</Application>
  <PresentationFormat>ワイド画面</PresentationFormat>
  <Paragraphs>73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52</cp:revision>
  <dcterms:created xsi:type="dcterms:W3CDTF">2024-08-27T02:15:54Z</dcterms:created>
  <dcterms:modified xsi:type="dcterms:W3CDTF">2025-05-23T03:12:03Z</dcterms:modified>
</cp:coreProperties>
</file>